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7EBED54-07FC-46C9-AB9B-5B65F5DDE50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BAEDC54-58F6-4E6C-964A-D058EDD030A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08/05/2026 12:21:30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CC780B5A-4325-42C9-B183-6E5C2B1EA0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" y="61912"/>
            <a:ext cx="11106150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version Rate" id="3" name="slide3">
            <a:extLst>
              <a:ext uri="{FF2B5EF4-FFF2-40B4-BE49-F238E27FC236}">
                <a16:creationId xmlns:a16="http://schemas.microsoft.com/office/drawing/2014/main" id="{FDFC7970-32C1-489D-9921-714ABECBED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2767012"/>
            <a:ext cx="21431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Customers" id="4" name="slide4">
            <a:extLst>
              <a:ext uri="{FF2B5EF4-FFF2-40B4-BE49-F238E27FC236}">
                <a16:creationId xmlns:a16="http://schemas.microsoft.com/office/drawing/2014/main" id="{70DE2BBE-C6DF-41BC-99BB-88CB6AB365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2767012"/>
            <a:ext cx="21431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g Balance" id="5" name="slide5">
            <a:extLst>
              <a:ext uri="{FF2B5EF4-FFF2-40B4-BE49-F238E27FC236}">
                <a16:creationId xmlns:a16="http://schemas.microsoft.com/office/drawing/2014/main" id="{6F356F1E-19F9-4CE5-9691-78F2014162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2757487"/>
            <a:ext cx="214312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g Call Duration" id="6" name="slide6">
            <a:extLst>
              <a:ext uri="{FF2B5EF4-FFF2-40B4-BE49-F238E27FC236}">
                <a16:creationId xmlns:a16="http://schemas.microsoft.com/office/drawing/2014/main" id="{4263A208-D2E9-47D5-A5CC-EF31D44B14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187" y="2747962"/>
            <a:ext cx="2333625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Segmentation Job vs Conversion" id="7" name="slide7">
            <a:extLst>
              <a:ext uri="{FF2B5EF4-FFF2-40B4-BE49-F238E27FC236}">
                <a16:creationId xmlns:a16="http://schemas.microsoft.com/office/drawing/2014/main" id="{04D94027-EBDF-46EB-A61C-F1935C448D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637" y="1581150"/>
            <a:ext cx="35147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du vs conversion" id="8" name="slide8">
            <a:extLst>
              <a:ext uri="{FF2B5EF4-FFF2-40B4-BE49-F238E27FC236}">
                <a16:creationId xmlns:a16="http://schemas.microsoft.com/office/drawing/2014/main" id="{993E5978-DB48-47E2-8FE2-FD66BCF5087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925" y="2443162"/>
            <a:ext cx="882015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nancial Behaviour – Balance vs Subscription" id="9" name="slide9">
            <a:extLst>
              <a:ext uri="{FF2B5EF4-FFF2-40B4-BE49-F238E27FC236}">
                <a16:creationId xmlns:a16="http://schemas.microsoft.com/office/drawing/2014/main" id="{B27B62C3-0A78-4485-A0A0-F083F1F08C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829" y="0"/>
            <a:ext cx="63503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mpaign Effectiveness- Contact Type" id="10" name="slide10">
            <a:extLst>
              <a:ext uri="{FF2B5EF4-FFF2-40B4-BE49-F238E27FC236}">
                <a16:creationId xmlns:a16="http://schemas.microsoft.com/office/drawing/2014/main" id="{0A56380A-2FAF-4803-8659-E6068646E7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112" y="2543175"/>
            <a:ext cx="658177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mpaign Frequency" id="11" name="slide11">
            <a:extLst>
              <a:ext uri="{FF2B5EF4-FFF2-40B4-BE49-F238E27FC236}">
                <a16:creationId xmlns:a16="http://schemas.microsoft.com/office/drawing/2014/main" id="{995AA716-9B42-475F-A048-36B5C711EA0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650" y="23812"/>
            <a:ext cx="63627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NK MARKETING DASHBOARD Campaign Performance &amp;amp; Customer Insight`" id="12" name="slide12">
            <a:extLst>
              <a:ext uri="{FF2B5EF4-FFF2-40B4-BE49-F238E27FC236}">
                <a16:creationId xmlns:a16="http://schemas.microsoft.com/office/drawing/2014/main" id="{D9DA6B1F-0A9F-476D-8D60-A4CB195AA4B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2026-05-07T23:21:30Z</dcterms:created>
  <dcterms:modified xsi:type="dcterms:W3CDTF">2026-05-07T23:21:30Z</dcterms:modified>
</cp:coreProperties>
</file>